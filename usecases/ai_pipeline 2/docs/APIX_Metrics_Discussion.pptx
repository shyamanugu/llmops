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E7C74"/>
                </a:solidFill>
                <a:latin typeface="Segoe UI"/>
              </a:rPr>
              <a:t>APIX  ·  METRICS DISCUSSION</a:t>
            </a:r>
          </a:p>
          <a:p>
            <a:pPr>
              <a:spcAft>
                <a:spcPts val="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The APIX KPIs — what they are,</a:t>
            </a:r>
          </a:p>
          <a:p>
            <a:pPr>
              <a:spcAft>
                <a:spcPts val="160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and the golden data we need for them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535C6A"/>
                </a:solidFill>
                <a:latin typeface="Segoe UI"/>
              </a:rPr>
              <a:t>APIX = AFNI Performance Index.  Enumerated per program, for discussion.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50" b="0">
                <a:solidFill>
                  <a:srgbClr val="8A93A1"/>
                </a:solidFill>
                <a:latin typeface="Segoe UI"/>
              </a:rPr>
              <a:t>3 programs   ·   47 KPIs   ·   ~500 golden calls proposed   ·   8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APIX METRIC SET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 APIX measures, by the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152144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4754880"/>
                <a:gridCol w="128016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Lens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KPIs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Behaviours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Soft skills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Care &amp; retention (LEARN/PROVIDE/CLOSE)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Care — VZ Mobile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 lines of business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 shared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8463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KPIs = counts or rates from per-call judgments.  Behaviours &amp; soft skills = 0–1 averages.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A96E12"/>
                </a:solidFill>
                <a:latin typeface="Segoe UI"/>
              </a:rPr>
              <a:t>Separately: operational metrics (AHT · VXS · FCR · resolve/disconnect) come from Verizon data, not the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TELESALES (12)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Sales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644652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new_line_pitches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New-line pitches where an opportunity existed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new_line_opportunity_exists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New-line opportunities present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new_line_opportunity_missed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Share of new-line opportunities not pitched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upgrade_attempts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Upgrade pitches where an opportunity existed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upgrade_opportunity_exists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Upgrade opportunities present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upgrade_opportunity_missed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Share of upgrade opportunities not pitched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save_attempts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Retention save 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escalations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an escalation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fwa_attempts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Fixed-wireless-access pitches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mobile_protection_attempts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Mobile-protection pitches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we_got_you_utterances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Reassurance phrasing used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customer_experience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Rated calls not rated “Poor”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WCC (11)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Care &amp; retention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169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6446520"/>
                <a:gridCol w="12801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resolution_opportunities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where the issue could be resolved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resolutions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calls actually resolved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survival_opportunities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churn / retention risk present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saves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customers retained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right_of_sell_opportunities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where a sell was appropriate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right_of_sell_actuals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sell attempts made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sales_made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Sales completed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new_prospects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 leads identified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new_prospects_converted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Leads converted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escalations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an escalation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customer_experience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Rated calls not rated “Poor”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PSO (24)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Care — VZ Mobile (grouped)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7360920"/>
                <a:gridCol w="12801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Group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KPIs in the group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Customer 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Predicted CSAT · Customer confidence · Customer effort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Resolve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FCR likelihood · Resolution completeness · Resolution confidence · Next-steps clarity · Issue-resolution effectiveness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Quality · Compliance · Process adherence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Care Handling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Issue ownership · Escalation necessity · Transfer avoidance · Case management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Operational Efficiency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AHT assessment · Contact-handling efficiency · Hold management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Repeat-Contact Risk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Repeat-contact · Escalation · Callback · Reopen risk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Customer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Escalations · Customer 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count / 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GOLDEN DATA · WHAT WE NEED TO HOLD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The certified dataset, by the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3291840"/>
                <a:gridCol w="1828800"/>
                <a:gridCol w="2468880"/>
                <a:gridCol w="12344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Call-level fields to certify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KPIs covered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Proposed golden calls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Reviewers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≈30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≈40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≈60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500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1605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Certify at the call level (not the aggregate) — coaches confirm each field + its evidence.</a:t>
            </a:r>
          </a:p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Coverage per KPI: ≥ 15 positive AND ≥ 15 negative certified calls; rare fields (escalations, saves, Poor CX) over-sampled.</a:t>
            </a:r>
          </a:p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Keep only calls where ≥ 2 reviewers agree; disagreement = the definition needs fixing.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STATUS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What's there  /  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All 47 KPIs mapped (field → calc → unit)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3 programs documented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Evidence trail on every judgment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Labelling fixed (count vs rate)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Evaluation platform integrated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Golden data (table on previous slide)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Roll-up score re-specified per program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WCC prompt aligned to its scorecard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Acceptance threshold per KPI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 few definitions confirmed by SMEs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WHAT WE ASK THE BUSINESS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Five focused requests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6766560"/>
                <a:gridCol w="3520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Ask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Gives us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Certify labels on the proposed golden calls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golden dataset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the flagged ambiguous KPI definitions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Correct metrics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Define what makes a coaching recommendation “good”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coaching rubric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Set the acceptable range per KPI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evaluation threshold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operational metrics exist for WCC &amp; 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Coaching-data coverage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NEXT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Proposed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1.   Agree the golden-call sample &amp; certification with coaches.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2.   Confirm the flagged definitions and acceptance thresholds.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3.   In parallel, we re-spec the roll-up score and align WCC.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0E7C74"/>
                </a:solidFill>
                <a:latin typeface="Segoe UI"/>
              </a:rPr>
              <a:t>Then: the evaluation gate goes live — prompt improvements without code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