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0E7C74"/>
                </a:solidFill>
                <a:latin typeface="Segoe UI"/>
              </a:rPr>
              <a:t>LLMOps PLATFORM  ·  RESPONSIBLE AI</a:t>
            </a:r>
          </a:p>
          <a:p>
            <a:pPr>
              <a:spcAft>
                <a:spcPts val="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Responsible AI for the</a:t>
            </a:r>
          </a:p>
          <a:p>
            <a:pPr>
              <a:spcAft>
                <a:spcPts val="150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LLMOps platform</a:t>
            </a:r>
          </a:p>
          <a:p>
            <a:pPr>
              <a:spcAft>
                <a:spcPts val="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The maturity layer that makes every AI use case on the platform trustworthy — shown with the APIX AI pipeline (our first use case) as the example.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978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8A93A1"/>
                </a:solidFill>
                <a:latin typeface="Segoe UI"/>
              </a:rPr>
              <a:t>One platform · many use cases · APIX is the first      Fair · Safe · Private · Clear · Human-controlled 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THE FRAME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Responsible AI belongs to the platform, not one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The LLMOps platform runs many AI use cases (APIX today; hiring intelligence, agent-assist, quality-scoring next). Responsible AI is a layer added once, on the platform — every use case inherits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486400" cy="310896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platform makes AI  WORK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Runs prompts &amp; models reliably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Checks quality before release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Monitors cost, speed, errors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Segoe UI"/>
              </a:rPr>
              <a:t>→ reliable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2331720"/>
            <a:ext cx="5212080" cy="310896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Responsible AI makes AI 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Fair · safe · private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Explainable &amp; contestable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Kept under human control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→ trustworthy &amp; defensible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The platform is built. Responsible AI is the next layer — added once and inherited by every use case, APIX included.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WHAT IT IS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Six commitments — with an example in a use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023360"/>
                <a:gridCol w="4617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Commitment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 plain words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(in APIX)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Fairness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Treats people evenly, no hidden bias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Scores don't penalise accented agents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Safety &amp; reliability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Catches unsafe or wrong outputs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An offensive output is flagged, not shown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Privacy &amp; security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Protects personal information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card number in a call is shielded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Transparency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Explains why it produced a result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Each score links to the exact call moments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Human oversight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People stay in control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coach reviews before it reaches the agent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Evidence-based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Backed by real information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coaching tip must cite the call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WHY ON THE PLATFORM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Build it once — every use case inherits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846320"/>
                <a:gridCol w="30632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Bolt-on per use case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Each app builds its own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Slow · inconsistent · gaps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Platform layer  (our approach)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Build once; every use case inherits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Fast · consistent · auditable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3566160"/>
            <a:ext cx="10927080" cy="91440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The value compounds:  reduces risk (legal / reputational)   ·   builds client &amp; auditor confidence   ·   prepares for AI regulation   ·   differentiates every future use case.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709160"/>
            <a:ext cx="10927080" cy="141732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ONE MOVE THAT MATTERS MOST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Segoe UI"/>
              </a:rPr>
              <a:t>The quality check the platform already runs before releasing a change becomes a quality-AND-responsibility check.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Same mechanism, wider protection — and it applies to every use case at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HOW IT FITS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It extends the platform capabilities we already run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200400"/>
                <a:gridCol w="5074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Platform capability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does today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Responsible-AI addition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Pre-release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Scores quality before release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Also checks fairness, safety, evidence — blocks failures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Guardrails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Detects sensitive data (PII)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Adds unsafe-content checks + an audit record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Monitoring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Tracks cost, speed, errors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Also tracks fairness &amp; unusual behaviour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Feedback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Users rate results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Becomes a way to report &amp; challenge a result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Model &amp; prompt mgmt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Manages versions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Records intended use &amp; known limits (model cards)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Controls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Rate limits, retries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Human-in-the-loop + a switch to stop a bad model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USE CASE · APIX AI PIPELINE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Why it matters most where AI scores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The APIX AI pipeline uses AI to help evaluate agents' work — a high-stakes case. It is also already well suited to Responsible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Fairness — check scores don't disadvantage any group (e.g. non-native speakers)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Transparency — every score already carries the exact call moments behind it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Human oversight — coaches review; the AI assists, it doesn't decide alone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Privacy — customer details in recordings are protected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Evidence-based — coaching is tied to what actually happened on the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86400"/>
            <a:ext cx="10927080" cy="822960"/>
          </a:xfrm>
          <a:prstGeom prst="roundRect">
            <a:avLst/>
          </a:prstGeom>
          <a:solidFill>
            <a:srgbClr val="E4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8B5E"/>
                </a:solidFill>
                <a:latin typeface="Segoe UI"/>
              </a:rPr>
              <a:t>Because APIX already keeps the evidence and keeps coaches in the loop, it shows Responsible AI in practice — a template the next use case reuses.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WORKED EXAMPLE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Transparency on a real call — every score has its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6126480" cy="4069080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MOCK CALL TRANSCRIPT — APIX example (illustrative)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[10] Cust : My phone died right before an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            important call. I'm really stressed.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[11] Agent: I completely understand how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            frustrating that is — let me sort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            this out for you right now.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[12] Agent: I've fast-tracked a replacement for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            tomorrow and added a credit.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Consolas"/>
              </a:rPr>
              <a:t>[13] Cust : Thank you, that really helps.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737360"/>
            <a:ext cx="4617720" cy="406908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WHAT RESPONSIBLE AI ADDS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The pipeline scores this call: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empathy    = 0.9   ← line 11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ownership  = yes   ← line 12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experience = Good  ← line 13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Transparency — the agent sees the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exact lines behind each score.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Contestable — if they disagree they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can challenge it, evidence in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94360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No score without evidence — plus a fairness check on top (native vs non-native averages 0.86 vs 0.71 → flagged for review). That is what makes AI that evaluates people defensible.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THE PATH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From protected today to governed and trusted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228600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TODAY · protected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Data protection (PII detection)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Basic safety checks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Reliable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828800"/>
            <a:ext cx="5212080" cy="228600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NEXT · governed &amp;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Fairness checks in the release gate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Evidence + contestability for every score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Model cards; fairness monitoring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343400"/>
          <a:ext cx="109270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Next steps — start with APIX, reuse for every use case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 · Fairness check on APIX scores across agent groups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 · Evidence check so every coaching point cites the call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 · A one-page “model card” per model (purpose + limits)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 · Extend the release gate to include fairness &amp; safety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