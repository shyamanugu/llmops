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E7C74"/>
                </a:solidFill>
                <a:latin typeface="Segoe UI"/>
              </a:rPr>
              <a:t>RESPONSIBLE AI  ·  APEX</a:t>
            </a:r>
          </a:p>
          <a:p>
            <a:pPr>
              <a:spcAft>
                <a:spcPts val="0"/>
              </a:spcAft>
            </a:pPr>
            <a:r>
              <a:rPr sz="3800" b="1">
                <a:solidFill>
                  <a:srgbClr val="1A1F27"/>
                </a:solidFill>
                <a:latin typeface="Segoe UI"/>
              </a:rPr>
              <a:t>Responsible AI —</a:t>
            </a:r>
          </a:p>
          <a:p>
            <a:pPr>
              <a:spcAft>
                <a:spcPts val="1600"/>
              </a:spcAft>
            </a:pPr>
            <a:r>
              <a:rPr sz="3800" b="1">
                <a:solidFill>
                  <a:srgbClr val="1A1F27"/>
                </a:solidFill>
                <a:latin typeface="Segoe UI"/>
              </a:rPr>
              <a:t>how it strengthens the platform and Apex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535C6A"/>
                </a:solidFill>
                <a:latin typeface="Segoe UI"/>
              </a:rPr>
              <a:t>A short, plain-language overview for discussion.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8A93A1"/>
                </a:solidFill>
                <a:latin typeface="Segoe UI"/>
              </a:rPr>
              <a:t>Fair  ·  Safe  ·  Private  ·  Clear  ·  Human-controlled   —   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1 · THE IDEA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What Responsible AI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A set of practices that make an AI system fair, safe, private, clear about how it works, and always under human control.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It is not a product you buy — it is how the system is built, checked, and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931920"/>
            <a:ext cx="10881360" cy="868680"/>
          </a:xfrm>
          <a:prstGeom prst="rect">
            <a:avLst/>
          </a:prstGeom>
          <a:solidFill>
            <a:srgbClr val="F2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E7C74"/>
                </a:solidFill>
                <a:latin typeface="Segoe UI"/>
              </a:rPr>
              <a:t>If the platform makes our AI work, Responsible AI makes it trusted — and lets us prove it if a client, auditor, or regulator 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2 · THE PARTS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What it includes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8092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Commitment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In plain words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Fairness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Treats people evenly, with no hidden bias against any group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Safety &amp; reliability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Does what it should; unsafe or wrong outputs are caught early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Privacy &amp; security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Personal information is protected and used only as intended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Transparency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You can see and explain why it produced a result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Human oversight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People stay in control; results can be reviewed and challenged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Evidence-based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Outputs are backed by real information, not made up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E8B5E"/>
                </a:solidFill>
                <a:latin typeface="Segoe UI"/>
              </a:rPr>
              <a:t>3 · THE VALUE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Why it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Reduces risk — legal, reputational, and operational — by catching problems early.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Builds confidence with clients, auditors, and regulators, because decisions can be explained.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Prepares for regulation — rules for AI that affects people are tightening.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Differentiates us — a trusted, governed platform is easier to sell, expand, and keep.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4 · THE FIT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How it fits the platform we already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7818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we run today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Responsible-AI addition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Pre-release checks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Also check fairness, safety, and evidence — and block a change that fails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Guardrails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Add checks for unsafe or inappropriate content, plus an audit record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Monitoring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Also track fairness and unusual behaviour over time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Feedback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Becomes a way to report and challenge a result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Model &amp; prompt management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Record each model's intended use and known limits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Controls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Keep a person in the loop and a way to switch off a bad model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5806440"/>
            <a:ext cx="10881360" cy="777240"/>
          </a:xfrm>
          <a:prstGeom prst="rect">
            <a:avLst/>
          </a:prstGeom>
          <a:solidFill>
            <a:srgbClr val="F2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E7C74"/>
                </a:solidFill>
                <a:latin typeface="Segoe UI"/>
              </a:rPr>
              <a:t>The check we already run before release becomes a quality-and-responsibility check — same mechanism, wider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5 · APEX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Why it matters even more for Apex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Apex scores agents — it evaluates people's work. And it is already well suited to Responsible AI: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Fairness — check that scores don't disadvantage any group (e.g. non-native English speakers).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Transparency — every score already has the exact call moments behind it; agents can see and question it.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Human oversight — coaches review the output; the AI assists, it doesn't decide alone.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Privacy — customer details in call recordings are protected.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Evidence-based coaching — backed by what happened on the call, never invented.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52160"/>
            <a:ext cx="10881360" cy="731520"/>
          </a:xfrm>
          <a:prstGeom prst="rect">
            <a:avLst/>
          </a:prstGeom>
          <a:solidFill>
            <a:srgbClr val="F2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E7C74"/>
                </a:solidFill>
                <a:latin typeface="Segoe UI"/>
              </a:rPr>
              <a:t>Apex already keeps the evidence and keeps coaches in the loop — Responsible AI in practice, not on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6 · THE PATH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Where we are, and the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1.   Check Apex scores for fairness across groups of agents.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2.   Add an evidence check for every coaching point.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3.   Add a short “model card” per model — its purpose and limits.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4.   Extend the pre-release check to include fairness and safety.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0E7C74"/>
                </a:solidFill>
                <a:latin typeface="Segoe UI"/>
              </a:rPr>
              <a:t>From “protected” today to “governed and trusted” — a step Apex is ready to lead.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