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version adds the depth from the feedback: reusability made explicit, real repo structure, cost numbers, evaluation thresholds, a guardrails list, and clearer terminology. Every component slide keeps the Today / Our setup / What changes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1: the fuller list, with reusability explicit. Twelve shared components built once; a new use case only adds the right-hand column. This is why the platform pays off after the first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2: exactly where everything sits. platform/ is shared; usecases/&lt;name&gt;/ is per use case with a fixed shape. Adding a use case = adding a folder. Shared components are clearly visible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3: clearer terminology and a description per stage. Walk down the table. The evaluation gate (row 4) is the difference from ordinary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slide from last time. Say it plainly: prompts already in Git is not new; the YAML-per-prompt artifact, the evaluation gate, and the registry for rollback/compare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4: how each works and where prompts live. Langfuse is a self-hosted open-source product with a UI and dashboards; Foundry keeps everything managed in Azure; Git is simplest. Next slide compares and recommends.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4 continued: a real comparison to decide. Decisive recommendation, with cost. Git first; Langfuse when the UI/observability is worth ~$50-150/mo; Foundry if fully 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5: resolve the confusion. It's config-as-code — a file in the repo (code), changed by PR and gated by the pipeline (devops), read by the app at runtime per environment. Not hard-coded, not a portal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 asked how golden data differs from normal ground truth — it IS ground truth, but run as a gate on every change, and it grows from real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6a/6b: what each metric means in plain words, and how thresholds are set — baseline + regression tolerance + absolute floors. Show evaluators.yaml.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6c: cost of each evaluation technique. Most is near-free open-source plus a small judge-model token cost. LangSmith is the expensive licensed one. Control cost with a small judge and subset-on-PR.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Kiran's MCP point. The harness reads the chosen tool from the trace and compares to the expected tool. Ragas/DeepEval don't do this — it's a small custom check that lives in the shared evaluators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Kiran's exact three questions: model calls, tool calls, agent sessions. Every box is a span tied by one trace id. The 'correct tool' field powers tool-selection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7: how cost is tracked across both tools without double counting. Cost is on the span once; App Insights aggregates it, Langfuse visualises it, Azure Cost Management is the invoice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8: the actual guardrail list with the tool/package for each. Most are Azure Content Safety; PII can use Presidio; format uses schema validation; abuse uses APIM. We wrap input and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9: data is more than RAG. Structured data uses a SQL/NL2SQL tool, not RAG; documents use Document Intelligence; and we predefine a reusable tool catalog that use cases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10: WHY each piece exists. Functions = event/schedule triggers (a new transcript, nightly batch). Foundry Agent Service = managed agent hosting. Define canary (10%-&gt;100% with rollback) and the promotion gate (approver + eval pass)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11: each step in plain words. 'Triage negatives' = review the bad responses, group them by root cause, and prioritise which to fix. That is the heart of the improvement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12: correct the misleading 'just add prompts/agents/tools/golden data'. A use case inherits the shared platform but defines a real list of its own things and differs case to case. Still much faster because the left column is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12: capability + cost, since that's where the client's interest is. Model tokens are the main variable; the rest is modest fixed cost. All figures indicative, to confirm at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13: richer end-to-end with more blocks and the four flows described. Renamed from 'Architecture'. Walk the top row left to right, then the cross-cutting band, then the four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table Kiran wanted: for each component, what exists today and exactly what we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14: a real before/after so the value is concrete. Close on the next step — confirm current state, build the backbone, onboard components one by one. No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leave up for questions. New terms added: threshold, NL2SQL, canary, promotion gate, PTU, Prompt Shields,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LLMOps: how we implement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542032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816352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3C4654"/>
                </a:solidFill>
                <a:latin typeface="Calibri"/>
              </a:rPr>
              <a:t>Component by component — the actual setup on Azure + GitHub, what changes from how we work today, and what it costs.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1">
                <a:solidFill>
                  <a:srgbClr val="6B7480"/>
                </a:solidFill>
                <a:latin typeface="Calibri"/>
              </a:rPr>
              <a:t>Grounded in APIX and Hiring Intelligence; reusable for any use case. Costs are indicative (confirm at sizing). No timelines.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Working draft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REUSABILITY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The components — and which are shared vs per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56235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600200"/>
              </a:tblGrid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Shared platform (build once)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Source control &amp; CI/CD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Prompt registry &amp; management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Model catalog &amp; routing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Evaluation engine &amp; gate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Observability &amp; tracing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Guardrails engine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Data-access &amp; RAG framework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Reusable tool catalog (MCP)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Orchestration / pipeline runtime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Serving &amp; gateway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Identity &amp; secrets, FinOps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Feedback capture &amp; analytics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280160"/>
          <a:ext cx="52395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581912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 use case (new each time)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Prompt content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Agent / pipeline design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Golden dataset + thresholds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Data sources &amp; connectors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Use-case-specific tools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Guardrail policy tuning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Dashboards &amp; alerts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1">
                <a:solidFill>
                  <a:srgbClr val="1F3A5F"/>
                </a:solidFill>
                <a:latin typeface="Calibri"/>
              </a:rPr>
              <a:t>Most of the machinery is shared — a new use case reuses all 12 left-hand components and only adds the right-hand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Repository structure — shared vs per use case, scales to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667512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6400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one monorepo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6675120" cy="418795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691640"/>
            <a:ext cx="6419088" cy="40416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llmops-platform/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├─ platform/                 # SHARED — built once, reused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├─ common/    prompt_loader  model_router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           tracing  guardrails  data_access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├─ tools/     search_knowledge/ query_sql/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           extract_document/ get_record/   # MCP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├─ evaluators/ ragas  deepeval  tool_selection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├─ gateway/   apim-policies/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└─ infra/     bicep modules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├─ usecases/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├─ apix/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├─ prompts/  *.prompt.yaml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├─ agents/   pipeline.agent.yaml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├─ evals/    golden.*.jsonl  evaluators.yaml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├─ tools/    (use-case-specific only)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│   └─ config/   datasources.yaml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│  └─ hiring/       (same shape)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├─ models.yaml               # shared alias -&gt; model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└─ .github/workflows/        # shared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3716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How it scales: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28800"/>
            <a:ext cx="42976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platform/ = the shared, reusable code every use case runs on.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usecases/&lt;name&gt;/ = one folder per use case, always the same shape.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•  the Nth use case just adds a folder under usecases/ and reuses everything in platform/.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prompts, agents, evals, tools, config all have a clear, fixed 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CI/CD: the stages a change goes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622792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Author change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edit a prompt / agent / model config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Pull request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peer + CODEOWNERS review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Automated checks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lint, unit, contract tests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Evaluation gate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golden-set metrics vs baseline — blocks on regression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Merge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into main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Promotion gates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dev→test→prod: each needs approver + eval-full pass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Canary release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new version to a small % of traffic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Full rollout / rollback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ramp to 100%, or auto-revert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The Evaluation gate is what makes it LLMOps, not just DevOps: </a:t>
            </a:r>
            <a:r>
              <a:rPr sz="1250" b="0" i="0">
                <a:solidFill>
                  <a:srgbClr val="3C4654"/>
                </a:solidFill>
                <a:latin typeface="Calibri"/>
              </a:rPr>
              <a:t>no change ships unless it passes the golden-set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Prompt management — what's actually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04A5A"/>
                </a:solidFill>
                <a:latin typeface="Calibri"/>
              </a:rPr>
              <a:t>The prompts are already in Git, inside the code files. So "store prompts in Git" is NOT the change. </a:t>
            </a:r>
            <a:r>
              <a:rPr sz="1250" b="1" i="0">
                <a:solidFill>
                  <a:srgbClr val="1F3A5F"/>
                </a:solidFill>
                <a:latin typeface="Calibri"/>
              </a:rPr>
              <a:t>Three things are: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48640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•  One YAML file PER prompt — id, version, template, variables, eval_refs, changelog. (No YAML-per-prompt today.)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•  Every prompt change runs the pipeline and must PASS the golden-dataset thresholds before it deploys.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•  A registry that holds prompts so we can roll back / swap / compare versions on their evaluation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57400"/>
            <a:ext cx="525780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983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one YAML per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350008"/>
            <a:ext cx="5257800" cy="336499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423160"/>
            <a:ext cx="5001768" cy="3218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prompts/apix/coaching-report.prompt.yaml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id: apix.coaching_report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version: 3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labels: [prod]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model_alias: reason        # via models.yaml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temperature: 0.2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inputs: [agent_name, program, scores, evidence]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template: |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Using ONLY the evidence below, write a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coaching note. Cite evidence. Do not invent.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eval_refs: [evals/apix/golden.telesales.jsonl]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changelog: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- v3: require evidence citation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Where prompts are held: how the three registries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Calibri"/>
              </a:rPr>
              <a:t>Git + in-app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prompts live in usecases/&lt;uc&gt;/prompts/*.yaml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app reads at startup, caches in memory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version = git + the YAML version field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rollback = git revert / move the label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•  cost: $0 (in the repo)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B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Langfuse (self-hosted)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103120"/>
            <a:ext cx="32004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open-source product; we host it in our network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UI to edit, compare, label (prod/staging), roll back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app fetches by id + label at runtime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also gives token/cost dashboards + tracing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CI syncs the Git YAML into it on merge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•  cost: MIT-free + infra ≈ $50–150/mo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Calibri"/>
              </a:rPr>
              <a:t>Foundry prompt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03120"/>
            <a:ext cx="32004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versioned assets inside an Azure AI Foundry project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accessed via the SDK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integrates with Foundry evaluations + tracing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•  fully managed by Azure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•  cost: folded into Azure usage (minor)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Registry comparison, and what we recommend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  <a:gridCol w="3291840"/>
                <a:gridCol w="2953512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Git + in-app cache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Langfuse (self-host)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Foundry prompt assets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Compare / rollback UI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git only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yes, visual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Extra features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observability + cost dashboards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evals + tracing (Azure)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Ops burden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we run a container + DB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none (managed)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Data residency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our repo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our network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Azure tenant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Cost / month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≈ $50–150 (infra)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minor (Azure usage)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Recommendation: 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start with Git + in-app cache (zero cost, simplest). Add Langfuse when we want the visual compare/rollback and built-in cost dashboards. Use Foundry if we prefer everything fully managed in Azure. All three can coexist — Git is the source of truth, the registry is the runtime copy.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Model management — config-as-code (code and pipeline)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1">
                <a:solidFill>
                  <a:srgbClr val="1F3A5F"/>
                </a:solidFill>
                <a:latin typeface="Calibri"/>
              </a:rPr>
              <a:t>Is it code-level or pipeline-level? Both — and neither is a manual portal setting. It is config-as-code: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200400" cy="10515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1. Repo config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models.yaml changed via pull request (code-level)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6200" y="228600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200400" cy="1051560"/>
          </a:xfrm>
          <a:prstGeom prst="roundRect">
            <a:avLst>
              <a:gd name="adj" fmla="val 6000"/>
            </a:avLst>
          </a:prstGeom>
          <a:solidFill>
            <a:srgbClr val="F6E9E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C87B1E"/>
                </a:solidFill>
                <a:latin typeface="Calibri"/>
              </a:rPr>
              <a:t>2. CI eval gate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pipeline validates + compares vs current (devops-level)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43800" y="228600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3. Runtime resolver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app resolves alias→deployment per env (APP_ENV)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676656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6492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models.yaml + resolver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47288"/>
            <a:ext cx="6766560" cy="199339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20440"/>
            <a:ext cx="6510528" cy="18470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models.yaml (in the repo, reviewed via PR)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environments: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prod: { aliases: { reason: gpt-5.2, bulk: gpt-5-mini } }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dev:  { aliases: { reason: gpt-5-mini, bulk: gpt-5-mini } }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app code:  resolve('reason')  -&gt; deployment for APP_ENV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never 'gpt-5.2' hard-coded; a swap = a reviewed, gated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46120"/>
            <a:ext cx="41148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app asks for a task alias (reason / bulk / voice); the model is resolved from config.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a model swap is a config change that must pass the evaluation gate.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one shared config reused by every agent and use case under one 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Evaluation: the golden dataset is the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4864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A golden dataset is the ground-truth set of test cases for a use case — the first thing we build.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•  Same idea as normal ground truth, but in LLMOps it runs as a GATE at every change / pipeline run.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Sources (three-step): SME-authored first → real traffic over time → reviewed again by SMEs &amp; business.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3C4654"/>
                </a:solidFill>
                <a:latin typeface="Calibri"/>
              </a:rPr>
              <a:t>•  Per use case AND per program (APIX: Telesales and WCC score differently). Start ~50–200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83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golden dataset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64208"/>
            <a:ext cx="5257800" cy="235915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737360"/>
            <a:ext cx="5001768" cy="2212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// evals/apix/golden.telesales.jsonl  (one line)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{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"id": "apix-telesales-014",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"input": {"transcript_id":"c-88421",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        "program":"telesales"},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"grading": {"must_cite_evidence": true,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"expected_score_band": [70,85],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"must_flag": ["missed_upsell"]},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"meta": {"source": "sme_authored"}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3575304" cy="960120"/>
          </a:xfrm>
          <a:prstGeom prst="roundRect">
            <a:avLst>
              <a:gd name="adj" fmla="val 6000"/>
            </a:avLst>
          </a:prstGeom>
          <a:solidFill>
            <a:srgbClr val="FB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5371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04A5A"/>
                </a:solidFill>
                <a:latin typeface="Calibri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28032"/>
            <a:ext cx="3300984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3C4654"/>
                </a:solidFill>
                <a:latin typeface="Calibri"/>
              </a:rPr>
              <a:t>quality checked manually / by spot-checking a few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4480560"/>
            <a:ext cx="3575304" cy="96012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55371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OUR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828032"/>
            <a:ext cx="3300984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3C4654"/>
                </a:solidFill>
                <a:latin typeface="Calibri"/>
              </a:rPr>
              <a:t>a versioned golden dataset run automatically on every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4480560"/>
            <a:ext cx="3575304" cy="960120"/>
          </a:xfrm>
          <a:prstGeom prst="roundRect">
            <a:avLst>
              <a:gd name="adj" fmla="val 6000"/>
            </a:avLst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455371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3A5F"/>
                </a:solidFill>
                <a:latin typeface="Calibri"/>
              </a:rPr>
              <a:t>WHAT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4828032"/>
            <a:ext cx="3300984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3C4654"/>
                </a:solidFill>
                <a:latin typeface="Calibri"/>
              </a:rPr>
              <a:t>evaluation becomes a release gate, not a manual look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Evaluation: what each metric means, and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98448"/>
          <a:ext cx="67665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</a:tblGrid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Groundedness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every claim is backed by the retrieved source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Context relevance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the retrieved chunks are on-point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Answer relevance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the answer addresses the question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Coherence / fluency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it reads clearly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Correctness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matches the reference answer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Tool-selection acc.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% of times the right tool was chosen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Task success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% end-to-end correct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2984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How we set thresholds: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37360"/>
            <a:ext cx="41148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run a baseline on current production.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gate rule: no metric may drop more than X% below baseline.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absolute floors for safety: PII leak = 0, unsafe = 0.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minimums for critical metrics: e.g. groundedness ≥ 0.90.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•  thresholds live in evaluators.yaml, enforced by the gate.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114800"/>
            <a:ext cx="411480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39" y="4114800"/>
            <a:ext cx="3840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thresholds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407408"/>
            <a:ext cx="4114800" cy="130759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5" y="4480560"/>
            <a:ext cx="3858768" cy="11612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evaluators.yaml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groundedness: {min: 0.90, regression: 0.02}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tool_selection: {min: 0.95}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pii_leak: {max: 0.0}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Evaluation: the techniques, and what they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3291840"/>
                <a:gridCol w="2404872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it's charged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Indicative cost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Custom Python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tool selection, exact match, task path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compute only (CI minutes)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~free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Ragas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RAG metrics (groundedness, relevance)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free code; LLM-metrics call a judge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~free + judge tokens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DeepEval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writing quality, custom (G-Eval), CI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free code; LLM-metrics call a judge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~free + judge tokens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LLM-as-judge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subjective quality with a rubric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judge model tokens per case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cents–low $ per 200-case run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Azure Foundry evals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built-in + custom, trace-linked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Azure judge tokens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usage only, no license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LangSmith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eval + observability platform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per-seat + per-trace license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≈ $1,500–2,800 / mo at scale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Driver: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judge tokens × dataset size × runs. Keep it cheap — use a small judge model (e.g. GPT-5-mini), run a subset on each pull request and the full set nightly. Open-source tools + a small judge cover most needs; LangSmith is the pricey option.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Evaluation: checking the agent picked the right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3C4654"/>
                </a:solidFill>
                <a:latin typeface="Calibri"/>
              </a:rPr>
              <a:t>When an MCP tool server exposes several tools, a wrong tool that still answers is unreliable. We test it in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6949440" cy="292608"/>
          </a:xfrm>
          <a:prstGeom prst="roundRect">
            <a:avLst>
              <a:gd name="adj" fmla="val 6000"/>
            </a:avLst>
          </a:prstGeom>
          <a:solidFill>
            <a:srgbClr val="2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6675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D0C8"/>
                </a:solidFill>
                <a:latin typeface="Calibri"/>
              </a:rPr>
              <a:t>custom Python (not Ragas/DeepEval)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75688"/>
            <a:ext cx="6949440" cy="2816352"/>
          </a:xfrm>
          <a:prstGeom prst="roundRect">
            <a:avLst>
              <a:gd name="adj" fmla="val 6000"/>
            </a:avLst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48840"/>
            <a:ext cx="6693408" cy="2670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# platform/evaluators/tool_selection.py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def evaluate_tool_selection(cases, run_agent):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for c in cases:            # input + expected_tool (+ args)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trace  = run_agent(c['input'])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chosen = trace.tool_calls[0].name if trace.tool_calls else None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args_ok = compare_args(trace.tool_calls[0].args, c['expected_args'])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record(correct = chosen == c['expected_tool'], args_ok = args_ok)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return dict(accuracy=..., wrong_tool_rate=...,</a:t>
            </a:r>
          </a:p>
          <a:p>
            <a:pPr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DDE4EC"/>
                </a:solidFill>
                <a:latin typeface="Consolas"/>
              </a:rPr>
              <a:t>              missing_tool_rate=..., arg_correctness=...)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74519"/>
            <a:ext cx="393192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we know the right tool for each test case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run the agent; read the tool it chose from the trace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score: accuracy, per-tool precision/recall, wrong-tool, missing-tool, argument correctness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•  this is why observability records the tool 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Observability: what gets tracked on every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943600" cy="530352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Request (trace)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AEC6DE"/>
                </a:solidFill>
                <a:latin typeface="Calibri"/>
              </a:rPr>
              <a:t>one call analysed / one candidate screened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1901952"/>
            <a:ext cx="0" cy="2624328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2404872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2157984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2F5C9E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Agent step (span)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CFDCF0"/>
                </a:solidFill>
                <a:latin typeface="Calibri"/>
              </a:rPr>
              <a:t>dimension analysis / résumé rank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660904"/>
            <a:ext cx="0" cy="210312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74920" y="2660904"/>
            <a:ext cx="0" cy="210312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17320" y="2871216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Model call (span)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871216"/>
            <a:ext cx="2377440" cy="457200"/>
          </a:xfrm>
          <a:prstGeom prst="roundRect">
            <a:avLst>
              <a:gd name="adj" fmla="val 6000"/>
            </a:avLst>
          </a:prstGeom>
          <a:solidFill>
            <a:srgbClr val="2E7D7D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Tool call (span)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593592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88720" y="3346704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516B8A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Agent session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D5DDE8"/>
                </a:solidFill>
                <a:latin typeface="Calibri"/>
              </a:rPr>
              <a:t>links multi-turn / the whole pipeline run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416552"/>
            <a:ext cx="274320" cy="0"/>
          </a:xfrm>
          <a:prstGeom prst="line">
            <a:avLst/>
          </a:prstGeom>
          <a:ln w="2032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4169663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Feedback event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thumbs / edit / override — same trace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157984"/>
            <a:ext cx="4709160" cy="246888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B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26771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Answers the three questions directly: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24912"/>
            <a:ext cx="43434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model calls → tracked (model+version, prompt+version, tokens, cost, latency)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tool calls → tracked (tool, args, result, and was-it-the-correct-tool)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3C4654"/>
                </a:solidFill>
                <a:latin typeface="Calibri"/>
              </a:rPr>
              <a:t>•  agent sessions → tracked (one trace id links every step and turn)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Observability: how cost is tracked (App Insights + Langfuse)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92608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Each model call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span sets app.cost_usd = tokens × unit price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210312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14630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App Insights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the record source: query cost by use case / day / model (KQL, Workbook)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01752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Langfuse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ready-made cost dashboards per model / prompt / user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2148840"/>
            <a:ext cx="457200" cy="0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2743200"/>
            <a:ext cx="0" cy="868680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" y="3611880"/>
            <a:ext cx="1920240" cy="0"/>
          </a:xfrm>
          <a:prstGeom prst="line">
            <a:avLst/>
          </a:prstGeom>
          <a:ln w="17780">
            <a:solidFill>
              <a:srgbClr val="C9D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80960" y="214884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Azure Cost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0">
                <a:solidFill>
                  <a:srgbClr val="3C4654"/>
                </a:solidFill>
                <a:latin typeface="Calibri"/>
              </a:rPr>
              <a:t>reconcile monthly vs the actual invoice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60920" y="26060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No double-counting: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cost is computed ONCE on the span; both tools read the same attribute — App Insights is the queryable record of truth, Langfuse is the day-to-day LLM cost view. We reconcile monthly against Azure Cost Management (the invoice).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Guardrails: the list, and how we implement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98448"/>
          <a:ext cx="1109167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108960"/>
                <a:gridCol w="5239512"/>
              </a:tblGrid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stops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we implement it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Prompt injection / jailbreak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hijacking the instructions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Azure AI Content Safety — Prompt Shields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Unsafe content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hate / violence / sexual / self-harm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Azure AI Content Safety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PII leakage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exposing personal data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Azure AI Language PII, or Presidio (open source)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Hallucination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ungrounded claims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Content Safety groundedness + our eval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Off-topic / out-of-scope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answering the wrong thing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system-prompt limits + NeMo Guardrails / guardrails-ai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Bad output format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broken JSON / schema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JSON schema / Pydantic / guardrails-ai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Secrets / exfiltration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leaking secrets or data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output scanning + Purview DLP + regex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Rate / cost abuse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runaway spend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API Management policies + budget alerts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Protected material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copyrighted text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Content Safety protected-material detection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B7480"/>
                </a:solidFill>
                <a:latin typeface="Calibri"/>
              </a:rPr>
              <a:t>Run as input checks (before the model) and output checks (before returning/storing).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Data: not just RAG — structured, unstructured,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2286000"/>
                <a:gridCol w="203911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 type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we handle it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Azure service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Reusable tool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Unstructured text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retrieval-augmented generation (RAG)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Azure AI Search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search_knowledge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Structured data (SQL)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 SQL / NL2SQL agent — NOT RAG; read-only, allow-listed tables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Azure SQL / databases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query_sql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Documents / files (PDF, scans, forms)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extract text/fields, then RAG or structured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AI Document Intelligence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extract_document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Systems of record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direct read via a tool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CRM / ATS / APIs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get_record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B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15968"/>
            <a:ext cx="106984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Reusable tool catalog (platform/tools/):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we build these tools once — search_knowledge, query_sql, extract_document, get_record — and every use case composes them. New tools are added to the catalog and reused. Structured data goes through query_sql with guardrails (read-only, parameterised), not through RAG.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Serving &amp; hosting — what runs where,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98448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422392"/>
              </a:tblGrid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 we need it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Container Apps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host the pipeline services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each step a container; autoscale; scale-to-zero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Azure Functions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event triggers &amp; schedules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e.g. APIX runs when a new transcript lands, or nightly — serverless, cheap for bursts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Foundry Agent Service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managed agent hosting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runs agents with state/memory so we don't run our own server (adopt as it matures)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API Management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the gateway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one entry point, quotas, token metering, caching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77639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Canary release (what it means)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Deploy the new version, send ~10% of traffic to it, watch health + errors + eval signals for a short window, then ramp to 100% if healthy — or auto-rollback if 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468112" cy="17373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Promotion gate (what it means)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3C4654"/>
                </a:solidFill>
                <a:latin typeface="Calibri"/>
              </a:rPr>
              <a:t>The condition to move dev → test → prod: a human approver signs off AND the full evaluation set passes. No promotion without both.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COMPONENT: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Feedback &amp; improvement — what each step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1 Capture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17320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thumbs + reason, coach edits, overrides — tied to the trace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67128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2 Land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167128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stored as scores / events in App Insights + Langfuse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16936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16936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3 Triage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916936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review low-rated / failed answers; sort by cause (bad retrieval, wrong tool, weak prompt, missing data) and prioritise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66744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4 Add to golden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666744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turn confirmed bad cases into new test cases with the correct expected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16552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16552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5 Fix &amp; re-evaluate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416552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change the prompt / retrieval / agent; run the evaluation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3108960" cy="658368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6 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166360"/>
            <a:ext cx="7589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C4654"/>
                </a:solidFill>
                <a:latin typeface="Calibri"/>
              </a:rPr>
              <a:t>release through CI/CD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REUSABILITY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Onboarding a new use case — inherited vs defined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BF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A9D8F"/>
                </a:solidFill>
                <a:latin typeface="Calibri"/>
              </a:rPr>
              <a:t>Inherited from the platform (free)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02920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CI/CD pipeline + evaluation gate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observability &amp; tracing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model catalog &amp; routing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guardrails engine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reusable tool catalog (RAG, SQL, docs)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gateway, identity, secrets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dashboards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468112" cy="42062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08760"/>
            <a:ext cx="546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A5F"/>
                </a:solidFill>
                <a:latin typeface="Calibri"/>
              </a:rPr>
              <a:t>Defined per use case (varies)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prompts + agent / pipeline design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data sources + connectors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retrieval / index setup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tools: reuse from catalog OR build new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guardrail policy for this use case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golden dataset + thresholds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evaluation config, dashboards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•  often: use-case-specific integration /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04A5A"/>
                </a:solidFill>
                <a:latin typeface="Calibri"/>
              </a:rPr>
              <a:t>Honest note: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each use case genuinely differs — it is not "just add four files." But it reuses the whole left column, so it is far faster than starting over.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Hosting: capability and cost per service (indicative)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98448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480560"/>
                <a:gridCol w="2313432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Indicative / month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Azure OpenAI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the models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per token (GPT-5.5 ≈ $5 in / $30 out per 1M; cached in ≈ $0.50; mini/nano cheaper)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usage-driven (biggest)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  — or PTU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reserved throughput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provisioned units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≈ $2,448 / unit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Azure AI Search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RAG index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per search unit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Basic ≈ $74 · S1 ≈ $245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Container Apps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run services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consumption, scale-to-zero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tens of $ (small)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Functions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event triggers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per execution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~negligible (low volume)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Cosmos DB / SQL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state &amp; scores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serverless / provisioned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tens of $ (small)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App Insights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per GB ingested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tens of $ (volume-based)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Langfuse (self-host)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LLM obs + prompt mgmt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MIT-free + infra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≈ $50–150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3A5F"/>
                          </a:solidFill>
                          <a:latin typeface="Calibri"/>
                        </a:rPr>
                        <a:t>Content Safety / APIM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guardrails / gateway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per 1k records / tiered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C4654"/>
                          </a:solidFill>
                          <a:latin typeface="Calibri"/>
                        </a:rPr>
                        <a:t>minor / tiered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3A5F"/>
                </a:solidFill>
                <a:latin typeface="Calibri"/>
              </a:rPr>
              <a:t>All indicative — confirm at a sizing exercise.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Model tokens dominate the bill; everything else is modest fixed cost. Prompt caching and right-sizing cut the model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How it all fits together (end to 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Channels &amp; triggers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web, chat,
new transcript,
schedule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2011680"/>
            <a:ext cx="22860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41732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API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gateway,
quotas,
metering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2011680"/>
            <a:ext cx="22860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2A9D8F"/>
                </a:solidFill>
                <a:latin typeface="Calibri"/>
              </a:rPr>
              <a:t>Orchestration / pipeline (Container Apps)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agents → Model Router→models · data-access tools (RAG / SQL / Docs) · guardrails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011680"/>
            <a:ext cx="22860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41732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Systems of record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>
                <a:solidFill>
                  <a:srgbClr val="3C4654"/>
                </a:solidFill>
                <a:latin typeface="Calibri"/>
              </a:rPr>
              <a:t>CRM / ATS /
databases /
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Cross-cutting (every request &amp; change):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566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Observability: App Insights + Langfuse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566160"/>
            <a:ext cx="3566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5661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87B1E"/>
                </a:solidFill>
                <a:latin typeface="Calibri"/>
              </a:rPr>
              <a:t>Evaluation gate: GitHub CI/CD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56616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5661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A519E"/>
                </a:solidFill>
                <a:latin typeface="Calibri"/>
              </a:rPr>
              <a:t>Feedback → golden 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Four flows: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(1) a change is gated by evaluation before it ships; (2) a live request runs channels → gateway → pipeline → systems; (3) every step is traced with cost &amp; quality; (4) feedback flows back into the golden datasets. That closed loop is the LLMOps setup.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What changes, in one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5696712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Today (to confirm)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we add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Source control / CI-CD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repo, manual releases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evaluation gate; gated, reversible deploys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Prompt management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prompts inside code files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YAML per prompt + eval gate + registry for rollback/compare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Model management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model names in code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task-aliases in config; swap must pass the gate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manual spot-checks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golden datasets + Ragas/DeepEval/custom Python, run as a gate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app logs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full trace tree; model/tool/agent + cost tracked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Guardrails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Content Safety + PII + schema + APIM, input &amp; output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Data access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ad-hoc, RAG only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reusable tools: RAG + SQL + documents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Serving / deploy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Container Apps + APIM; canary + rollback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Summary: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507992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With this LLMOps setup</a:t>
                      </a:r>
                    </a:p>
                  </a:txBody>
                  <a:tcPr anchor="ctr" marL="64008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Can a bad change reach users?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yes — nothing blocks it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no — the evaluation gate blocks it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How do we change a prompt safely?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edit code, hope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edit a YAML, gate + rollback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Do we know answer quality?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by spot-checking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measured every change + in production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Do we know the cost?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the monthly invoice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per request / model / use case, live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Can we debug a bad answer?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dig through logs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follow one trace to the exact step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How fast to add a use case?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start over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reuse the platform; add the use-case parts</a:t>
                      </a:r>
                    </a:p>
                  </a:txBody>
                  <a:tcPr anchor="ctr" marL="64008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3A5F"/>
                          </a:solidFill>
                          <a:latin typeface="Calibri"/>
                        </a:rPr>
                        <a:t>How do we swap a model?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code change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654"/>
                          </a:solidFill>
                          <a:latin typeface="Calibri"/>
                        </a:rPr>
                        <a:t>config change through the gate</a:t>
                      </a:r>
                    </a:p>
                  </a:txBody>
                  <a:tcPr anchor="ctr"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Next: </a:t>
            </a:r>
            <a:r>
              <a:rPr sz="1200" b="0" i="0">
                <a:solidFill>
                  <a:srgbClr val="3C4654"/>
                </a:solidFill>
                <a:latin typeface="Calibri"/>
              </a:rPr>
              <a:t>confirm the current state with the team, stand up the backbone (source control + CI/CD + the gate), then onboard components one by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Terms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42415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LLMOps implementation (v2) —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LLMOps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running LLM apps reliably — versioned, tested, released, monitored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Golden dataset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saved test cases with expected answers/rules; the evaluation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37944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Evaluation gate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an automatic check that blocks a change if quality drops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37944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Threshold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the pass mark for a metric (baseline-relative or absolute floor)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0008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Registry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where prompts are held so we can roll back / swap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50008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Langfuse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open-source, self-hosted prompt mgmt + observability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LangSmith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a licensed platform for evaluation +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62072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Ragas / DeepEval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open-source frameworks that score RAG &amp; writing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74136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LLM-as-judge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using a model to grade another model's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74136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Trace / span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a trace is one request; a span is one step inside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MCP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Model Context Protocol — the standard way to give agents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86200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RAG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Retrieval-Augmented Generation — answer from our own unstructured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98264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NL2SQL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turning a question into a database (SQL)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98264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Canary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release to a small % of traffic first, then 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10328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Promotion gate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approver + eval pass needed to move to the next environment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PTU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Provisioned Throughput Unit — reserved model capacity, flat monthly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22392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Prompt Shields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Azure Content Safety feature that blocks prompt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422392"/>
            <a:ext cx="5440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Triage  </a:t>
            </a:r>
            <a:r>
              <a:rPr sz="1000" b="0" i="0">
                <a:solidFill>
                  <a:srgbClr val="3C4654"/>
                </a:solidFill>
                <a:latin typeface="Calibri"/>
              </a:rPr>
              <a:t>sort the failures by cause and prioritise what to fix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